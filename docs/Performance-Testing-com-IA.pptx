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80160"/>
            <a:ext cx="2743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PERFORMANCE + INTELIGÊNCIA ARTIFICIAL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Performance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Inteligência Artificial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ciclo completo: geração, execução e análise automatizados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Freitas  •  QA Analyst  •  Junho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"Quando foi a última vez que você testou performance antes de ir pra produção?"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22860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</a:rPr>
              <a:t>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651760"/>
            <a:ext cx="22860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</a:rPr>
              <a:t>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22860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</a:rPr>
              <a:t>Resultado: performance só vira pauta quando o usuário reclama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ruim tem custo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conversão por cada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segundo de carregamento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Amazon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usuários mobile abandonam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com mais de 3 segundos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Google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5176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344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172200" y="2194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performance rodando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produção na maioria dos times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Realidade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69080"/>
            <a:ext cx="850392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690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Prevenir é mais barato que remediar — e com as ferramentas certas, é simples.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medindo: APIs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14630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326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P50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978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Experiência típica do usuário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29844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Metade das requisições responde abaixo desse tempo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00784"/>
            <a:ext cx="8503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00784"/>
            <a:ext cx="146304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0078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P95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17465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Referência para o SLA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06654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95% das requisições respondem abaixo — o que você promete ao cliente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14630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68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P99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 cauda longa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834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Experiência do usuário mais lento — dispositivo ruim, conexão instável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85039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236976"/>
            <a:ext cx="14630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3697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Throughput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20240" y="3282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Capacidade máxima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6027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Quantas requisições por segundo o sistema aguenta antes de degradar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05072"/>
            <a:ext cx="146304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050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 Rate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920240" y="4050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Taxa de falha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437083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Percentual de requisições que retornam erro — deve ser próximo de 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medindo: páginas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Core Web Vitals — padrão do Google para experiência do usuário (impacta SEO)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618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54680" y="1280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1.8s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First Contentful Paint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Primeiro conteúdo visível na tela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1635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23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5468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2.5s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712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Largest Contentful Paint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Maior elemento visível carregado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07822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7856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54680" y="38039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3.8s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Time to Interactive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43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Quando a página ficou interativa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5544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2618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43800" y="1280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200ms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609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Total Blocking 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Tempo em que o usuário ficou bloqueado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81635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523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4380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0.1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8712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Cumulative Layout Shift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182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Estabilidade visual — layout não pula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6941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407822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7856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43800" y="38039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&lt; 200ms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4133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Time to First Byte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443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Tempo de resposta inicial do servidor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IA no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Escrever script manualmente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Configurar parâmetros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7802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Executar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4. Interpretar os números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472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5. Descobrir se é bom ou ruim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6. Escrever o relatório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 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8288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Apontar para o endpoint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514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Executar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3200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✅  Análise pronta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 IA não substitui expertise — elimina a barreira de interpretação dos números.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framework funciona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430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Geração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IA cria a configuração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otimizada do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194560"/>
            <a:ext cx="22860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00584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731520" cy="7315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423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Engine dispara requests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em paralelo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2194560"/>
            <a:ext cx="22860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00584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143000"/>
            <a:ext cx="731520" cy="7315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Cálculo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423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P50, P95, P99,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throughput, error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194560"/>
            <a:ext cx="22860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00584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14300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2011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Análise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2423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IA interpreta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entrega diagnóstico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IA entra em dois momentos: geração e análise. O meio (execução e cálculo) é determinístico — sem variância, sem interpretação.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Engineering: testando o pior cenário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API mock local com comportamento controlável — latência, taxa de erros e timeout configuráveis por endpoint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Cenário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2070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33672" y="12070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P95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9864" y="12070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Erro%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06056" y="12070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64208"/>
            <a:ext cx="237744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Baseline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6642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3.3ms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3672" y="16642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5.0ms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9864" y="16642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06056" y="16642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2.813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8503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Latência 200ms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21214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208.9ms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33672" y="21214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249.0ms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9864" y="21214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06056" y="21214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60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85039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Erros 20%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25786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3.4ms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33672" y="25786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6.0ms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9864" y="25786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18.3%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06056" y="2578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2.687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035808"/>
            <a:ext cx="85039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Combinado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97480" y="30358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141.4ms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33672" y="30358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186.0ms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69864" y="30358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10.6%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06056" y="30358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</a:rPr>
              <a:t>81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⚡  Latência de 200ms derrubou o throughput de 2.813 para 60 RPS — queda de 97%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20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2286000" y="2331720"/>
            <a:ext cx="5120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3317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API Mock rodando em localhost:3000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5120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4368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example:simple — GET básico com métricas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3611880"/>
            <a:ext cx="5120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6118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4368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example:chaos — comparativo dos 4 cenários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4251960"/>
            <a:ext cx="5120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42519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44368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example:webpage — Lighthouse no arctouch.com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reais: arctouch.com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Métrica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868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3G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868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Desktop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62456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62456"/>
            <a:ext cx="22860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Performance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3624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30 / 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13624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76 / 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502920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56232"/>
            <a:ext cx="22860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LCP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85623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8.857ms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185623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1.932ms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50008"/>
            <a:ext cx="22860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35000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16.433ms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35000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2.078ms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843784"/>
            <a:ext cx="502920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43784"/>
            <a:ext cx="22860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TBT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28437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1.628ms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8437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227ms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337560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37560"/>
            <a:ext cx="22860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TTFB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1.203ms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1.127ms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868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Diagnóstico da IA: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1280160"/>
            <a:ext cx="329184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280160"/>
            <a:ext cx="91440" cy="8290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325880"/>
            <a:ext cx="3017520" cy="737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JS não utilizado: 3.810ms 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economia potencial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2154936"/>
            <a:ext cx="329184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2154936"/>
            <a:ext cx="91440" cy="8290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200656"/>
            <a:ext cx="3017520" cy="737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TTFB 1.200ms: ausência 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CDN ou cache no servidor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029712"/>
            <a:ext cx="329184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3029712"/>
            <a:ext cx="91440" cy="8290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075432"/>
            <a:ext cx="3017520" cy="737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Site otimizado para desktop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mobile está crítico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stack?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Princípio: funcionar em ambientes corporativos com restrições de rede e zero custo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33856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188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Node.js + TypeScript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14996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Familiaridade da equipe, tipagem forte, fácil onboarding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8503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01952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01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19568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Módulos nativos do Node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22677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Zero dependências externas — sem problemas de proxy corporativo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70048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004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27249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Groq (LLaMA)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03580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Gratuito, sem cartão de crédito, baixa latência de resposta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8503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38144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38144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34930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Lighthouse v9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74520" y="38039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Padrão do mercado para Core Web Vitals, integra com Chrome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06240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06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Mock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42611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Express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74520" y="45720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Simples, amplamente conhecido e fácil de estender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framework ainda não faz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Honestidade sobre limitações — e o roadmap para v1.0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6052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Autenticação dinâmica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OAuth, refresh token, sessões. Hoje tokens são passados manualmente nos headers.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16052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Testes de fluxo encadeado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Resultado de A alimenta B. Ex: criar pedido → buscar → cancelar.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00400"/>
            <a:ext cx="416052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Relatório HTML exportável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Hoje os resultados ficam no terminal. Falta um formato visual compartilhável.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416052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Integração CI/CD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Rodar em pull requests com thresholds de aprovação configuráveis.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06424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06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Clone o repositório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3807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github.com/elder-freitas/performance-testing-poc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29384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Crie uma chave gratuita do Groq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037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Acesse console.groq.com — sem cartão de crédito necessário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Configure o .env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266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GROQ_API_KEY=sua-chave  •  TARGET_API_URL=http://localhost:3000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5021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Suba a API mock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8496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api &amp;&amp; npm run dev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398264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98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32511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Execute o chaos 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67258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example:chaos  →  comparativo completo em ~30 segundos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não precisa ser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de especialista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70662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Qualquer QA roda um teste significativo em minutos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25526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IA elimina a barreira de interpretação dos números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80390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O objetivo é performance no fluxo normal — não como exceção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solidFill>
            <a:srgbClr val="0A1F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0B981"/>
                </a:solidFill>
              </a:rPr>
              <a:t>"Teste um endpoint que você conhece. Veja o que os números dizem."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Repositório: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github.com/elder-freitas/performance-testing-poc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IA gratuita: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console.groq.com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886200"/>
            <a:ext cx="64008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886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Core Web Vitals: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web.dev/vitals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Elder Freitas  •  QA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Performance com IA</dc:title>
  <dc:subject>PptxGenJS Presentation</dc:subject>
  <dc:creator>Elder Freitas</dc:creator>
  <cp:lastModifiedBy>Elder Freitas</cp:lastModifiedBy>
  <cp:revision>1</cp:revision>
  <dcterms:created xsi:type="dcterms:W3CDTF">2026-04-16T14:22:20Z</dcterms:created>
  <dcterms:modified xsi:type="dcterms:W3CDTF">2026-04-16T14:22:20Z</dcterms:modified>
</cp:coreProperties>
</file>